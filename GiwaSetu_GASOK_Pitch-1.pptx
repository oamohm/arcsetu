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GIWASETU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D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Web3 onboarding for everyone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GASOK Builder Program — Track 05: Mass Adoption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GASOK  ·  Bhupendra Singh, Founder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is powerful — but nearly impossible for a first-time user to enter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Jargon overload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611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phrase, gas fee, gwei, RPC — nothing is explained in plain language.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mistakes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611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wrong click can mean losing funds forever. New users freeze up.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guidance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are written for developers, not everyday people, and rarely in local languages.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millions of curious users try Web3 once, get stuck, and never come back.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GiwaSetu turns Web3 onboarding into a guided, plain-language walkthrough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each step in plain language before asking for 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wallet creation — no jargon, no guesswork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6576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practice mode using GIWA testnet before real funds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5262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checks that catch common mistakes before they happen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532120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5321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directly on GIWA Chain — fast, low-cost, EVM-compatible 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four-stage journey from curious to confident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0" y="219456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56432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Wallet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25312" y="219456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81344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on Testnet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50224" y="219456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906256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43416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 with Confidence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uses tooltips, short explainer text, and low-stakes testnet practice — so users build real understanding before ever risking real funds.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GIWA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GiwaSetu's mission is GIWA's mission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725912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391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One-second block times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048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transactions feel instant — critical for first-time users who need quick feedback.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10725912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1363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compatibility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5021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us build fast, using familiar, well-tested tooling.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10725912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3367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Upbit-grade infrastructure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5994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new users confidence the network itself is reliable.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257800"/>
            <a:ext cx="10725912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3309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mass-adoption goal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56967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GIWA's own mission is removing Web3 barriers — GiwaSetu is built to deliver that at the user level.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plan to build across the GASOK program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wallet creation + testnet practice flow, live on GIWA Sepolia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multi-language support and a smart-contract-based practice ledger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creators and communities to onboard real first-time users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seeking from GASOK: technical mentorship, GIWA infrastructure access, and milestone-based funding to reach Phase 3.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GiwaSetu — the bridge to Web3 — for everyone.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0725912" cy="1463040"/>
          </a:xfrm>
          <a:prstGeom prst="roundRect">
            <a:avLst>
              <a:gd name="adj" fmla="val 75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Bhupendra Singh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4251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 building his first Web3 product — driven by first-hand experience of how hard onboarding is for newcomers.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GASOK  ·  GiwaSetu  ·  GIWA Ecosystem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2026-07-22T18:06:10Z</dcterms:created>
  <dcterms:modified xsi:type="dcterms:W3CDTF">2026-07-22T18:06:11Z</dcterms:modified>
</cp:coreProperties>
</file>