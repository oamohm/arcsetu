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0"/>
            <a:ext cx="12188952" cy="256032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GIWASETU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3D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Web3 onboarding for everyone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GASOK Builder Program — Track 05: Mass Adoption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D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GASOK  ·  Bhupendra Singh, Founder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 is powerful — but nearly impossible for a first-time user to enter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286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Jargon overload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3611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phrase, gas fee, gwei, RPC — nothing is explained in plain language.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286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of mistakes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3611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wrong click can mean losing funds forever. New users freeze up.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286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local guidance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58200" y="3611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are written for developers, not everyday people, and rarely in local languages.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5257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millions of curious users try Web3 once, get stuck, and never come back.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GiwaSetu turns Web3 onboarding into a guided, plain-language walkthrough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9202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each step in plain language before asking for action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7889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wallet creation — no jargon, no guesswork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65760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practice mode using GIWA testnet before real funds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52628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checks that catch common mistakes before they happen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5532120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5321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directly on GIWA Chain — fast, low-cost, EVM-compatible infrastructure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four-stage journey from curious to confident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00400" y="2194560"/>
            <a:ext cx="256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56432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Wallet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25312" y="2194560"/>
            <a:ext cx="256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81344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8504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on Testnet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50224" y="2194560"/>
            <a:ext cx="256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906256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43416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 with Confidence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uses tooltips, short explainer text, and low-stakes testnet practice — so users build real understanding before ever risking real funds.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GIWA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GiwaSetu's mission is GIWA's mission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725912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391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One-second block times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40487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transactions feel instant — critical for first-time users who need quick feedback.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10725912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1363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EVM compatibility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50215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us build fast, using familiar, well-tested tooling.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4160520"/>
            <a:ext cx="10725912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3367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by Upbit-grade infrastructure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59943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new users confidence the network itself is reliable.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5257800"/>
            <a:ext cx="10725912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33095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mass-adoption goal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56967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GIWA's own mission is removing Web3 barriers — GiwaSetu is built to deliver that at the user level.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plan to build across the GASOK program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wallet creation + testnet practice flow, live on GIWA Sepolia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Productize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09160" y="30632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multi-language support, multi-wallet UX (RainbowKit), and a smart-contract-based practice ledger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0" y="30632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creators and communities to onboard real first-time users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5074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seeking from GASOK: technical mentorship, GIWA infrastructure access, and milestone-based funding to reach Phase 3.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GiwaSetu — the bridge to Web3 — for everyone.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10725912" cy="1463040"/>
          </a:xfrm>
          <a:prstGeom prst="roundRect">
            <a:avLst>
              <a:gd name="adj" fmla="val 75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3520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Bhupendra Singh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42519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creator building his first Web3 product — driven by first-hand experience of how hard onboarding is for newcomers.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D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GASOK  ·  GiwaSetu  ·  GIWA Ecosystem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2026-07-25T17:47:46Z</dcterms:created>
  <dcterms:modified xsi:type="dcterms:W3CDTF">2026-07-25T17:47:46Z</dcterms:modified>
</cp:coreProperties>
</file>